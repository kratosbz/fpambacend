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BF2F-E248-08BB-6CC5-6ACFC009C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D70D67-9292-23FE-147D-29FB98CB8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B6EE4-126B-60DC-2B69-123C21EE3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9445-CD7B-4E33-BBE9-1E50F0F49579}" type="datetimeFigureOut">
              <a:rPr lang="en-NG" smtClean="0"/>
              <a:t>16/06/2026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AF43C-AE14-58DA-2AFD-7FA9535B4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B5F77-65AB-2F15-7C9D-346F1C94C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BBCD-CD6D-407A-88C0-E02719B8EE3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09620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D359E-6D5A-DD1B-E764-B39A384BA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9D198-9F02-2AB0-2135-422A00022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CD83E-1F89-F77F-2BF8-C4C261D08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9445-CD7B-4E33-BBE9-1E50F0F49579}" type="datetimeFigureOut">
              <a:rPr lang="en-NG" smtClean="0"/>
              <a:t>16/06/2026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58D61-AFDF-459D-E018-6E4A488EB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0A042-5AC3-B705-907C-59EC4AFC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BBCD-CD6D-407A-88C0-E02719B8EE3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7341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17020-4B35-3525-AB2D-AC624395C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C8B56-FD57-5475-90F5-7B79DC6BE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37167-E800-9E2D-03BF-3CAA5F852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9445-CD7B-4E33-BBE9-1E50F0F49579}" type="datetimeFigureOut">
              <a:rPr lang="en-NG" smtClean="0"/>
              <a:t>16/06/2026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799C-43CE-1A82-6511-78BEBE31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CFF8D-4B1C-A29D-1CD2-727E0DB78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BBCD-CD6D-407A-88C0-E02719B8EE3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56694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92246-35FB-F8BF-0519-E4AD9C064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766CB-2E7A-1309-9B9E-22B319FA34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835FA-56EB-9065-065F-5F6ADAF4E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2961D-7273-32F4-BE2B-B96BB1806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9445-CD7B-4E33-BBE9-1E50F0F49579}" type="datetimeFigureOut">
              <a:rPr lang="en-NG" smtClean="0"/>
              <a:t>16/06/2026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18190-1361-E957-678F-186BB08A1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0A8E34-2B4B-871D-E342-32987E0F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BBCD-CD6D-407A-88C0-E02719B8EE3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34165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C5886-8251-769E-4EE3-263F8742F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837FA-4744-62CF-F2D1-BD7274534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47588-4882-281A-2B7F-BCBEC9C80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46293B-51F3-1330-9A15-3E903812E2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A3E319-0355-68D8-0AEA-4D1187A185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27A5DE-F4B9-FDBD-AC0C-6E038CF03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9445-CD7B-4E33-BBE9-1E50F0F49579}" type="datetimeFigureOut">
              <a:rPr lang="en-NG" smtClean="0"/>
              <a:t>16/06/2026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CB793D-DD22-4A91-6ECD-229CCB18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7D2451-4AE9-871B-8197-E926EC085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BBCD-CD6D-407A-88C0-E02719B8EE3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00611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C2D39-BAB7-095F-7DDF-31ABC199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6DC5FC-454C-5BCB-1AEC-D93984956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9445-CD7B-4E33-BBE9-1E50F0F49579}" type="datetimeFigureOut">
              <a:rPr lang="en-NG" smtClean="0"/>
              <a:t>16/06/2026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5509AF-E9E4-6AAA-2191-EC4C3A0DD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CD7D84-CE71-0660-2D2A-D3C29B2DE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BBCD-CD6D-407A-88C0-E02719B8EE3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6704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324D6F-3582-9821-FBF0-DCA872F1F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9445-CD7B-4E33-BBE9-1E50F0F49579}" type="datetimeFigureOut">
              <a:rPr lang="en-NG" smtClean="0"/>
              <a:t>16/06/2026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9D6E05-C929-A443-CEB5-506E98C34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67C68-C191-E042-4FF0-DE244E80C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BBCD-CD6D-407A-88C0-E02719B8EE3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94819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67295-9DAC-9B6B-DC55-C60CB5C9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A9071-F695-9D06-AAFC-2D4AAFC56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C38D8-8FF0-467D-C583-ED06F582E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BA3C9-C330-20A5-9EB2-0D423AC61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9445-CD7B-4E33-BBE9-1E50F0F49579}" type="datetimeFigureOut">
              <a:rPr lang="en-NG" smtClean="0"/>
              <a:t>16/06/2026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819B0-E852-6410-5716-C6DB73E75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E6A4E4-06B1-B534-1A05-7E8B1E0D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BBCD-CD6D-407A-88C0-E02719B8EE3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55047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6A3DF-D2F9-28A5-C3F3-88F441E8F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14E294-F56A-4F82-9C26-1BA59274BA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AEE78-CFCB-2281-4021-5A18145A6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C4694-E780-B880-F364-6E02B778B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9445-CD7B-4E33-BBE9-1E50F0F49579}" type="datetimeFigureOut">
              <a:rPr lang="en-NG" smtClean="0"/>
              <a:t>16/06/2026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B81DE-206D-DFDF-5B30-574C11F38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B05C2-63BD-87C0-4B07-CA8676F08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BBCD-CD6D-407A-88C0-E02719B8EE3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368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85CCA-4194-4CB3-BED3-47E98A9A3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18679-3B7D-2F8E-43C3-C49D92A51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441EB-845B-0275-3904-312074F3F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9445-CD7B-4E33-BBE9-1E50F0F49579}" type="datetimeFigureOut">
              <a:rPr lang="en-NG" smtClean="0"/>
              <a:t>16/06/2026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3E0B8-861C-B151-321A-E876D25B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36234-0242-00D8-6A53-B18673B18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BBCD-CD6D-407A-88C0-E02719B8EE3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7777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C4612-3FC3-61F9-25FE-3F84450D11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0F323-BAC1-21B4-032B-C36D7D33A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ECC27-D925-0EDF-332F-27D694C97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49445-CD7B-4E33-BBE9-1E50F0F49579}" type="datetimeFigureOut">
              <a:rPr lang="en-NG" smtClean="0"/>
              <a:t>16/06/2026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D0FEF-5FDA-6549-4F3B-655DB2A8D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4C7ED-C11A-B05B-0017-EEB5FA585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BBCD-CD6D-407A-88C0-E02719B8EE3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96598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1042E0-A82E-79A9-5351-25B5C87E8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49630-2596-9F11-CA05-AFD431E58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31586-BD6C-D06B-11C1-CE179C9F3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49445-CD7B-4E33-BBE9-1E50F0F49579}" type="datetimeFigureOut">
              <a:rPr lang="en-NG" smtClean="0"/>
              <a:t>16/06/2026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134D4-D11B-8458-5114-A686A02E4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3C15E-C2C2-267E-5356-73BC750B2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2BBCD-CD6D-407A-88C0-E02719B8EE3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626266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EA2D08-8151-13D9-D833-EB04B9730A99}"/>
              </a:ext>
            </a:extLst>
          </p:cNvPr>
          <p:cNvSpPr txBox="1"/>
          <p:nvPr/>
        </p:nvSpPr>
        <p:spPr>
          <a:xfrm>
            <a:off x="2751666" y="1848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en-US" sz="1800" u="none" strike="noStrike" dirty="0">
                <a:effectLst/>
              </a:rPr>
              <a:t>FACILITY MANAGEMENT OF NATIONAL HOUSING PROGRAM, EDO STATE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2DF05A-C2BA-7EF3-038B-CD65D1454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580" y="1007975"/>
            <a:ext cx="3653913" cy="48718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D838CE-8274-46B2-0F6F-02AB0CBB09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32" y="624516"/>
            <a:ext cx="3230511" cy="43073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3DECCB-8F3F-E196-C5B9-62780613F9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09" y="624516"/>
            <a:ext cx="2415049" cy="322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828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86123-BCE3-4A9F-DDB1-9FCB73D40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F64349-D553-5C80-034D-99B562F91F14}"/>
              </a:ext>
            </a:extLst>
          </p:cNvPr>
          <p:cNvSpPr txBox="1"/>
          <p:nvPr/>
        </p:nvSpPr>
        <p:spPr>
          <a:xfrm>
            <a:off x="2751666" y="1848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en-US" sz="1800" u="none" strike="noStrike" dirty="0">
                <a:effectLst/>
              </a:rPr>
              <a:t>FACILITY MANAGEMENT OF NATIONAL HOUSING PROGRAM, EDO STATE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8F062D-00DA-7B9E-6E43-6B2DA1D25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244" y="840249"/>
            <a:ext cx="4026924" cy="53692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49ABD9-1D74-026E-FD37-3EF9C82E3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158" y="1644445"/>
            <a:ext cx="2466668" cy="32888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294E08-9CE9-C0E0-A043-5F204CF1C6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21" y="1108589"/>
            <a:ext cx="3653913" cy="487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383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7392A6-BA7D-7688-48FA-289F80472040}"/>
              </a:ext>
            </a:extLst>
          </p:cNvPr>
          <p:cNvSpPr txBox="1"/>
          <p:nvPr/>
        </p:nvSpPr>
        <p:spPr>
          <a:xfrm>
            <a:off x="2751666" y="1848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en-US" sz="1800" u="none" strike="noStrike" dirty="0">
                <a:effectLst/>
              </a:rPr>
              <a:t>FACILITY MANAGEMENT OF NATIONAL HOUSING PROGRAM, JALINGO, TARABA STATE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1452E9-E366-AC21-EBBC-7B2F9B94A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02" y="919145"/>
            <a:ext cx="4156219" cy="3117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A5601D-DF90-FF7A-DB4A-1C4B9DA20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813" y="3539612"/>
            <a:ext cx="3952567" cy="29644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CD3755-6A75-0597-A096-C590CE0DED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729" y="1066629"/>
            <a:ext cx="4156219" cy="311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89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B1D0F-8BCA-B652-6E79-A8CDA5D3B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F288F3-F3E3-C362-436F-DF51204369B2}"/>
              </a:ext>
            </a:extLst>
          </p:cNvPr>
          <p:cNvSpPr txBox="1"/>
          <p:nvPr/>
        </p:nvSpPr>
        <p:spPr>
          <a:xfrm>
            <a:off x="2751666" y="1848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en-US" sz="1800" u="none" strike="noStrike" dirty="0">
                <a:effectLst/>
              </a:rPr>
              <a:t>FACILITY MANAGEMENT OF NATIONAL HOUSING PROGRAM, </a:t>
            </a:r>
            <a:r>
              <a:rPr lang="en-US" dirty="0"/>
              <a:t>ADAMAWA</a:t>
            </a:r>
            <a:r>
              <a:rPr lang="en-US" sz="1800" u="none" strike="noStrike" dirty="0">
                <a:effectLst/>
              </a:rPr>
              <a:t> STATE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B7AC56-4F58-D108-DBD8-BFD6FCA4B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822" y="3716117"/>
            <a:ext cx="3942735" cy="29570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CE0BF6-86A8-0D1A-6B78-1274BDD7A8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1174" y="831163"/>
            <a:ext cx="4128182" cy="30961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D8DB85-DC29-D159-320F-314C510A73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26" y="775342"/>
            <a:ext cx="457200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505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08F2E-BEDD-2CDC-3BBF-2DE948904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754B2D-A32E-BA54-DE96-E935DBC19F31}"/>
              </a:ext>
            </a:extLst>
          </p:cNvPr>
          <p:cNvSpPr txBox="1"/>
          <p:nvPr/>
        </p:nvSpPr>
        <p:spPr>
          <a:xfrm>
            <a:off x="2751666" y="1848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en-US" sz="1800" u="none" strike="noStrike" dirty="0">
                <a:effectLst/>
              </a:rPr>
              <a:t>FACILITY MANAGEMENT OF NATIONAL HOUSING PROGRAM, SULEJA, </a:t>
            </a:r>
            <a:r>
              <a:rPr lang="en-US" dirty="0"/>
              <a:t>NIGER</a:t>
            </a:r>
            <a:r>
              <a:rPr lang="en-US" sz="1800" u="none" strike="noStrike" dirty="0">
                <a:effectLst/>
              </a:rPr>
              <a:t> STATE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D39170-AB0A-936B-047E-7589FDE26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88" y="1359141"/>
            <a:ext cx="2328592" cy="41397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C48116-E145-526A-3B35-922E2F050A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646" y="831163"/>
            <a:ext cx="3393818" cy="60334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F12A57-A09A-1B8E-C415-4336BDE3E2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830" y="1359141"/>
            <a:ext cx="2853044" cy="507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915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B0C8A-3D4C-9FAC-7518-89255115A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8F0767-9713-6CF5-1C10-E0366466EC36}"/>
              </a:ext>
            </a:extLst>
          </p:cNvPr>
          <p:cNvSpPr txBox="1"/>
          <p:nvPr/>
        </p:nvSpPr>
        <p:spPr>
          <a:xfrm>
            <a:off x="2751666" y="1848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en-US" sz="1800" u="none" strike="noStrike" dirty="0">
                <a:effectLst/>
              </a:rPr>
              <a:t>FACILITY MANAGEMENT OF </a:t>
            </a:r>
            <a:r>
              <a:rPr lang="en-US" dirty="0"/>
              <a:t>FEDERAL SECRETARIAT</a:t>
            </a:r>
            <a:r>
              <a:rPr lang="en-US" sz="1800" u="none" strike="noStrike" dirty="0">
                <a:effectLst/>
              </a:rPr>
              <a:t>, LAFIA </a:t>
            </a:r>
            <a:r>
              <a:rPr lang="en-US" dirty="0"/>
              <a:t>NASARAWA</a:t>
            </a:r>
            <a:r>
              <a:rPr lang="en-US" sz="1800" u="none" strike="noStrike" dirty="0">
                <a:effectLst/>
              </a:rPr>
              <a:t> STATE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995440-3CB3-8704-7EB6-629C2DBBE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21" y="954138"/>
            <a:ext cx="3623802" cy="48317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67134D-BC4D-F4A6-92FD-FD1E946A8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348" y="954138"/>
            <a:ext cx="3889273" cy="51856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F7B719-3C59-9ACF-135A-E739937641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9346" y="954138"/>
            <a:ext cx="3623802" cy="483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725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58CA1-3AB0-8C6D-6C27-20B716BC1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979B5A-DD7E-4634-3B67-7D46EA0782C3}"/>
              </a:ext>
            </a:extLst>
          </p:cNvPr>
          <p:cNvSpPr txBox="1"/>
          <p:nvPr/>
        </p:nvSpPr>
        <p:spPr>
          <a:xfrm>
            <a:off x="2751666" y="1848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en-US" sz="1800" u="none" strike="noStrike" dirty="0">
                <a:effectLst/>
              </a:rPr>
              <a:t>FACILITY MANAGEMENT OF </a:t>
            </a:r>
            <a:r>
              <a:rPr lang="en-US" dirty="0"/>
              <a:t>FEDERAL SECRETARIAT</a:t>
            </a:r>
            <a:r>
              <a:rPr lang="en-US" sz="1800" u="none" strike="noStrike" dirty="0">
                <a:effectLst/>
              </a:rPr>
              <a:t>, LAFIA </a:t>
            </a:r>
            <a:r>
              <a:rPr lang="en-US" dirty="0"/>
              <a:t>NASARAWA</a:t>
            </a:r>
            <a:r>
              <a:rPr lang="en-US" sz="1800" u="none" strike="noStrike" dirty="0">
                <a:effectLst/>
              </a:rPr>
              <a:t> STATE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D84C3A-F39A-B04B-C186-7FA801FEA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466" y="831163"/>
            <a:ext cx="3451122" cy="46014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6FF954-40CD-11F5-5541-BDB2923271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49" y="831163"/>
            <a:ext cx="3966703" cy="52889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36BB17-78C8-C6A9-F1DB-1EA01882A7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543" y="893023"/>
            <a:ext cx="3358331" cy="447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20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9F1AF-D305-A487-AF0B-8BD5CAF67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88B0E8-FDB1-DD8C-CAC6-80A04172AD81}"/>
              </a:ext>
            </a:extLst>
          </p:cNvPr>
          <p:cNvSpPr txBox="1"/>
          <p:nvPr/>
        </p:nvSpPr>
        <p:spPr>
          <a:xfrm>
            <a:off x="2751666" y="1848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en-US" sz="1800" u="none" strike="noStrike" dirty="0">
                <a:effectLst/>
              </a:rPr>
              <a:t>FACILITY MANAGEMENT OF </a:t>
            </a:r>
            <a:r>
              <a:rPr lang="en-US" dirty="0"/>
              <a:t>FEDERAL SECRETARIAT</a:t>
            </a:r>
            <a:r>
              <a:rPr lang="en-US" sz="1800" u="none" strike="noStrike" dirty="0">
                <a:effectLst/>
              </a:rPr>
              <a:t>, LAFIA </a:t>
            </a:r>
            <a:r>
              <a:rPr lang="en-US" dirty="0"/>
              <a:t>NASARAWA</a:t>
            </a:r>
            <a:r>
              <a:rPr lang="en-US" sz="1800" u="none" strike="noStrike" dirty="0">
                <a:effectLst/>
              </a:rPr>
              <a:t> STATE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025D2B-660A-F58A-464A-4CA104654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33" y="1081548"/>
            <a:ext cx="3757151" cy="50095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1F43FD-7D8B-CC20-E36C-5105BB1D19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4012" y="1081548"/>
            <a:ext cx="6719737" cy="503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71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76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Narrow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Tolulope Aji</dc:creator>
  <cp:lastModifiedBy>Tolulope Aji</cp:lastModifiedBy>
  <cp:revision>1</cp:revision>
  <dcterms:created xsi:type="dcterms:W3CDTF">2026-06-16T14:48:56Z</dcterms:created>
  <dcterms:modified xsi:type="dcterms:W3CDTF">2026-06-16T15:05:09Z</dcterms:modified>
</cp:coreProperties>
</file>